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109728" cy="1737360"/>
          </a:xfrm>
          <a:prstGeom prst="rect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Block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68680" y="2194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side of a vehicle auction platform — implementation so far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743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+ CSS Modules   ·   ASP.NET Core 9 minimal API   ·   in-memory data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OPENLANE take-home · Mahnaz Kamran · September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AND SCOPE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set out to build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 · buyer-side auction prototype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60604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64008" cy="3154680"/>
          </a:xfrm>
          <a:prstGeom prst="rect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435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asked for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173736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and search 200 dealer-listed vehicles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view: specs, condition, damage, dealership, photos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bid flow with visible updated state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on desktop and mobile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Clone-and-run README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73552" y="1325880"/>
            <a:ext cx="260604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3552" y="1325880"/>
            <a:ext cx="64008" cy="3154680"/>
          </a:xfrm>
          <a:prstGeom prst="rect">
            <a:avLst/>
          </a:prstGeom>
          <a:solidFill>
            <a:srgbClr val="0F7B4F"/>
          </a:solidFill>
          <a:ln w="12700">
            <a:solidFill>
              <a:srgbClr val="0F7B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435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chose to build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74720" y="173736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Full-stack: rules live on the server, not in the browser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/ upcoming / ended auctions with real countdowns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status and title warnings as first-class signals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High-bidder / outbid / won standing per buyer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range, top-5 most-bid, seven sort orders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98464" y="1325880"/>
            <a:ext cx="260604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98464" y="1325880"/>
            <a:ext cx="64008" cy="3154680"/>
          </a:xfrm>
          <a:prstGeom prst="rect">
            <a:avLst/>
          </a:prstGeom>
          <a:solidFill>
            <a:srgbClr val="9A5B00"/>
          </a:solidFill>
          <a:ln w="12700">
            <a:solidFill>
              <a:srgbClr val="9A5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435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left out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199632" y="173736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and authentication (next step)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across restarts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tools, checkout, payments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bidding, watchlists, push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past the 3–4 h timebox without a product reason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processes, one origin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 · buyer-side auction prototype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38328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3383280" cy="384048"/>
          </a:xfrm>
          <a:prstGeom prst="rect">
            <a:avLst/>
          </a:prstGeom>
          <a:solidFill>
            <a:srgbClr val="E7EDFC"/>
          </a:solidFill>
          <a:ln w="12700">
            <a:solidFill>
              <a:srgbClr val="E7ED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client/  React 19 · Vite · TypeScript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3154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pages/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InventoryPage (all state in URL), VehicleDetailPage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VehicleCard, Filters, PriceRange, BidPanel, Gallery, ConditionCard, BidHistory …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typed fetch client, TanStack Query hooks + mutations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en-CA formatting, client mirror of bid rules, buyer id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styles/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tokens.css + CSS Modules per component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069080" y="2514600"/>
            <a:ext cx="1005840" cy="411480"/>
          </a:xfrm>
          <a:prstGeom prst="rightArrow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2971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 via Vite proxy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X-Buyer-Id header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212080" y="1325880"/>
            <a:ext cx="338328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1325880"/>
            <a:ext cx="3383280" cy="384048"/>
          </a:xfrm>
          <a:prstGeom prst="rect">
            <a:avLst/>
          </a:prstGeom>
          <a:solidFill>
            <a:srgbClr val="E3F4EC"/>
          </a:solidFill>
          <a:ln w="12700">
            <a:solidFill>
              <a:srgbClr val="E3F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13258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server/  ASP.NET Core 9 minimal API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49240" y="1810512"/>
            <a:ext cx="3154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Domain/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BiddingRules (pure), AuctionClock (TimeProvider), AuctionLedger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VehicleRepository (vehicles.json), BidStore (per-vehicle lock), VehicleQuery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Endpoints/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GET vehicles · GET vehicle · POST bids · POST buy-now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Contracts/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DTOs, mapper, 409 BidRejected with fresh minimum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34 xUnit incl. a 50-way concurrent bidding race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bid works, using lot A-0043 from the data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 · buyer-side auction prototype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063240" cy="3246120"/>
          </a:xfrm>
          <a:prstGeom prst="rect">
            <a:avLst/>
          </a:prstGeom>
          <a:solidFill>
            <a:srgbClr val="15191F"/>
          </a:solidFill>
          <a:ln w="12700">
            <a:solidFill>
              <a:srgbClr val="1519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data/vehicles.json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13232" y="1645920"/>
            <a:ext cx="2788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"lot": "A-0043"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"year": 2023, "make": "Ford",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"model": "Bronco", "trim": "Big Bend"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C9D1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"starting_bid": 14500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7FB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"current_bid": 22800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C9D1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"bid_count": 16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F5C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"reserve_price": 25000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C9D1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"buy_now_price": null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C9D1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"auction_start": "2026-04-05T14:00"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13232" y="40690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9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date → shifted onto [now−4d, now+3d], 72 h window → Live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794760" y="1280160"/>
            <a:ext cx="4800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1280160"/>
            <a:ext cx="64008" cy="475488"/>
          </a:xfrm>
          <a:prstGeom prst="rect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128016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212080" y="128016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12801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bid is in the $10k–$50k band ($250 &lt;10k, $1,000 ≥50k)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94760" y="1828800"/>
            <a:ext cx="4800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94760" y="1828800"/>
            <a:ext cx="64008" cy="475488"/>
          </a:xfrm>
          <a:prstGeom prst="rect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77640" y="182880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next bid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212080" y="182880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$23,300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18288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$22,800 + $500. Input defaults to it; chips offer $23,300 / $23,800 / $24,300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94760" y="2377440"/>
            <a:ext cx="4800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94760" y="2377440"/>
            <a:ext cx="64008" cy="475488"/>
          </a:xfrm>
          <a:prstGeom prst="rect">
            <a:avLst/>
          </a:prstGeom>
          <a:solidFill>
            <a:srgbClr val="9A5B00"/>
          </a:solidFill>
          <a:ln w="12700">
            <a:solidFill>
              <a:srgbClr val="9A5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77640" y="237744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212080" y="237744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35040" y="23774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$22,800 &lt; $25,000 → shown on card and panel. A bid of $25,000 flips it to 'Reserve met'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794760" y="2926080"/>
            <a:ext cx="4800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94760" y="2926080"/>
            <a:ext cx="64008" cy="475488"/>
          </a:xfrm>
          <a:prstGeom prst="rect">
            <a:avLst/>
          </a:prstGeom>
          <a:solidFill>
            <a:srgbClr val="0F7B4F"/>
          </a:solidFill>
          <a:ln w="12700">
            <a:solidFill>
              <a:srgbClr val="0F7B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77640" y="292608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count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212080" y="292608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→ 17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35040" y="29260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seeded bids become one summary row; your bid is recorded individually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794760" y="3474720"/>
            <a:ext cx="4800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94760" y="3474720"/>
            <a:ext cx="64008" cy="47548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77640" y="347472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examples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212080" y="347472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0" y="34747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$23,000 below minimum · $23,400 off increment · same buyer twice · not Live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794760" y="4069080"/>
            <a:ext cx="4800600" cy="457200"/>
          </a:xfrm>
          <a:prstGeom prst="rect">
            <a:avLst/>
          </a:prstGeom>
          <a:solidFill>
            <a:srgbClr val="E7EDFC"/>
          </a:solidFill>
          <a:ln w="12700">
            <a:solidFill>
              <a:srgbClr val="E7ED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0" y="4069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Path: </a:t>
            </a:r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or tap → validate locally → Review → Confirm → POST /bids with X-Buyer-Id → per-vehicle lock → BiddingRules → 201 (you lead) or 409 with the fresh minimum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SEQUENCE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reviewable steps, one commit each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 · buyer-side auction prototype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6766560" cy="0"/>
          </a:xfrm>
          <a:prstGeom prst="line">
            <a:avLst/>
          </a:prstGeom>
          <a:noFill/>
          <a:ln w="25400">
            <a:solidFill>
              <a:srgbClr val="DF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54480"/>
            <a:ext cx="548640" cy="54864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+ API + proxy + root npm run dev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0e842ad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947672" y="1554480"/>
            <a:ext cx="548640" cy="54864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47672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01952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01952" y="25146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load, auction clock, list/detail API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901952" y="3337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ed66c66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300984" y="1554480"/>
            <a:ext cx="548640" cy="54864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00984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55264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55264" y="25146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facets, sort, paging, URL state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55264" y="3337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8920a69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54296" y="1554480"/>
            <a:ext cx="548640" cy="54864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08576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rules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08576" y="25146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Increments, validation, lock, 409 contract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08576" y="3337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e3545ce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07608" y="1554480"/>
            <a:ext cx="548640" cy="54864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0760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61888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+ bids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61888" y="25146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Gallery, condition, bid panel, mobile sheet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961888" y="3337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1906130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360920" y="1554480"/>
            <a:ext cx="548640" cy="54864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609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31520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+ docs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15200" y="25146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handoff, price + top-5 filters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315200" y="3337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1f6fdeb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solidFill>
            <a:srgbClr val="E7EDFC"/>
          </a:solidFill>
          <a:ln w="12700">
            <a:solidFill>
              <a:srgbClr val="E7ED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agreement: </a:t>
            </a:r>
            <a:pPr indent="0" marL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first (docs/PLAN.md) → build a step → review it running in the browser and in the diff → commit → next step. Nothing lands unreviewed.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 a reviewer will ask about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 · buyer-side auction prototype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64008" cy="585216"/>
          </a:xfrm>
          <a:prstGeom prst="rect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280160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although frontend-only was allowed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566160" y="1280160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validation and concurrency are the only real domain logic. The server is authoritative; the client mirrors the rules for instant feedback.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956816"/>
            <a:ext cx="80467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956816"/>
            <a:ext cx="64008" cy="585216"/>
          </a:xfrm>
          <a:prstGeom prst="rect">
            <a:avLst/>
          </a:prstGeom>
          <a:solidFill>
            <a:srgbClr val="0F7B4F"/>
          </a:solidFill>
          <a:ln w="12700">
            <a:solidFill>
              <a:srgbClr val="0F7B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956816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normalised to [now−4d, now+3d], 72 h auctions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66160" y="1956816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dates are a fixed week in April with no end time. Mapping yields ≈ 86 live / 88 upcoming / 26 ended that keep progressing.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633472"/>
            <a:ext cx="80467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633472"/>
            <a:ext cx="64008" cy="585216"/>
          </a:xfrm>
          <a:prstGeom prst="rect">
            <a:avLst/>
          </a:prstGeom>
          <a:solidFill>
            <a:srgbClr val="9A5B00"/>
          </a:solidFill>
          <a:ln w="12700">
            <a:solidFill>
              <a:srgbClr val="9A5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633472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bids shown as one summary row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66160" y="2633472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has a count and a high bid, not a history. We don't fabricate a timeline; bids placed via the API are recorded individually.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310128"/>
            <a:ext cx="80467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310128"/>
            <a:ext cx="64008" cy="585216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310128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status and title warnings up front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66160" y="3310128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140/200 have a reserve, 64 already met; 30 are salvage or rebuilt. Both change what a buyer should pay, so they sit on every card.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986784"/>
            <a:ext cx="80467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986784"/>
            <a:ext cx="64008" cy="585216"/>
          </a:xfrm>
          <a:prstGeom prst="rect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986784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buyer id, then real auth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66160" y="398678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per-browser UUID gives 'you lead / outbid' with zero setup. Cookie sessions + seeded users are the next step and only change where the id comes from.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stands, and what comes next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 · buyer-side auction prototype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60604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64008" cy="3154680"/>
          </a:xfrm>
          <a:prstGeom prst="rect">
            <a:avLst/>
          </a:prstGeom>
          <a:solidFill>
            <a:srgbClr val="0F7B4F"/>
          </a:solidFill>
          <a:ln w="12700">
            <a:solidFill>
              <a:srgbClr val="0F7B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435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and verified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173736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minimum-bar items met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xUnit + 12 Vitest tests passing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clone runs from the README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409 path exercised over HTTP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commits on main, tree clean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73552" y="1325880"/>
            <a:ext cx="260604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3552" y="1325880"/>
            <a:ext cx="64008" cy="3154680"/>
          </a:xfrm>
          <a:prstGeom prst="rect">
            <a:avLst/>
          </a:prstGeom>
          <a:solidFill>
            <a:srgbClr val="9A5B00"/>
          </a:solidFill>
          <a:ln w="12700">
            <a:solidFill>
              <a:srgbClr val="9A5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435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before submitting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74720" y="173736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the fork, send the link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real 'Time spent' in README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'How I used AI' wording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pass on a phone-sized viewport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98464" y="1325880"/>
            <a:ext cx="260604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98464" y="1325880"/>
            <a:ext cx="64008" cy="3154680"/>
          </a:xfrm>
          <a:prstGeom prst="rect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435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real users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199632" y="173736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sessions (HttpOnly, same-origin via proxy)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demo accounts, hashed passwords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Bidding requires sign-in; browsing stays open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Bids page: leading / outbid / won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Ledger, rules and lock unchanged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Block — implementation overview</dc:title>
  <dc:subject>PptxGenJS Presentation</dc:subject>
  <dc:creator>PptxGenJS</dc:creator>
  <cp:lastModifiedBy>PptxGenJS</cp:lastModifiedBy>
  <cp:revision>1</cp:revision>
  <dcterms:created xsi:type="dcterms:W3CDTF">2026-09-17T22:06:02Z</dcterms:created>
  <dcterms:modified xsi:type="dcterms:W3CDTF">2026-09-17T22:06:02Z</dcterms:modified>
</cp:coreProperties>
</file>